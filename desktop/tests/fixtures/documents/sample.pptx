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9"/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NOTES-ECHO-219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SLIDE-DELTA-572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Launch plan: café and 東京.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365760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Ready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Team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SLIDE-SECOND-147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Second physical slide, first in presentation order.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